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c76d1c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c76d1c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fc76d1c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fc76d1c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SilverTrust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O’Brien (VP Sales), James (Director of Delivery), Tom Shen (Junior Consultant)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459275"/>
            <a:ext cx="3945300" cy="31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Client Use Case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B2B digital commerce consultancy (70 employees) helping businesses build and optimize e-commerce platforms (Shopify, Magento). Services span design, architecture, and integration.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Problem Discussed during the interview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Proposals take 3-4 days to turn around (target: under 24 hrs). Win rate is below 15% despite 30-40 proposals/month. Consultants spend 24-46 hrs per proposal manually searching past work with no central repository.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Initial scoping and planning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 an AI-assisted proposal drafting system with a knowledge base for content retrieval, structured discovery intake, and tool integration across Jira, Google Docs, and HubSpot.</a:t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572000" y="1459275"/>
            <a:ext cx="3945300" cy="31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New client use case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AI-powered proposal generation and project delivery automation at client sites.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Affected Changes by Acquisition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Tool stack integration (Jira, Google Docs, HubSpot, Email) currently siloed with manual handoffs causing context loss and delays across a 6-person proposal team.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New scoping and planning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Structured discovery intake form, AI summarization of call notes, and automated HubSpot-to-Jira-to-Docs data flow to eliminate manual re-entry.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Business Opportunities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Reduce turnaround to under 24 hrs, improve win rate to 15%+, and unlock funnel analytics to optimize Meta ads, influencer, and referral acquisition spend.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SilverTrust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17725"/>
            <a:ext cx="7971300" cy="17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Group extra deliverables:</a:t>
            </a:r>
            <a:endParaRPr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AI proposal drafting system with template selection, content generation, and time tracking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Proposal knowledge base with vector search to surface past proposals by type, client, or topic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Tool integration and funnel analytics dashboard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29450" y="2692925"/>
            <a:ext cx="79713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/>
              <a:t>Takeaways from this project</a:t>
            </a:r>
            <a:endParaRPr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Proposal speed is the highest-impact fix: slow turnaround is directly losing deals to faster competitors, making AI drafting the top priority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 proposal knowledge base compounds in value over time and immediately reduces the 24-46 hr per-proposal manual effort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Junior staff usability must be a design constraint: a guided system reduces senior staff dependency and scales team capacity without adding headcount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